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A6480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6A6480"/>
                </a:solidFill>
                <a:latin typeface="Calibri"/>
              </a:rPr>
              <a:t>Query latency, p50 ms (seed 42, N=5000, D=256)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p50 latency (ms)</c:v>
                </c:pt>
              </c:strCache>
            </c:strRef>
          </c:tx>
          <c:spPr>
            <a:solidFill>
              <a:srgbClr val="CDC5E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40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DC5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8CE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4BC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fp32 exact</c:v>
                  </c:pt>
                  <c:pt idx="1">
                    <c:v>int8 quantized</c:v>
                  </c:pt>
                  <c:pt idx="2">
                    <c:v>RuVector HNSW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3.66</c:v>
                </c:pt>
                <c:pt idx="1">
                  <c:v>3.38</c:v>
                </c:pt>
                <c:pt idx="2">
                  <c:v>1.076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A2440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244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D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A6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pre-work transparency using the tool itself: the ledger timestamps show what predates the session and what was built inside it. Write the receipt head hash on the whiteboard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early: the subject is the framework assessment loop. The published table is the worked example, and the use case behind it is one of several, never the target. This is a gap the deliverable documented itself, which is what honest assessment looks 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only three live outcomes in the demo: CONTINUE, PAUSE, STOP. Keep the state machine simple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SESSION SLOT: after the hour-1 rerun, update the three bar values and the recall numbers with the live run. Say the runtime caveat out loud, do not wait to be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SESSION SLOT: rerun bench and evaluate live in hour 1 so these carry in-session timestamps. Commands: node src/baseline.js fixtures/claims-upstream.json, then evaluate the same fixture, then claims-place-gr and -se, then the tamper beat. Rehearse to 20 seconds per beat.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"is this not just MLflow or model cards": lineage says where from, alerts say a rule fired, cards describe. None bind a verdict that survives after the 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plainly. Scoring ourselves REVIEW where we are REVIEW is the credibility of everything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ADOPTION.md over here, printed or linked. Say the October 20 sentence in person. Never ask for an invitation.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 is not evidence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DC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it carries a receipt.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DC5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MANOLO-Bench + TRACE receipts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434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Lab · Thessaloniki · August 2026 · Apache-2.0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212080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DFF0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7F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5212080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5EB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5212080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6E2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3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5212080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E4DF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4B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SIGNED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Fourteen of fifteen claims lack direct evidence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5B4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8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8036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in the framework's published assessment table carry no direct evidence, in the assessment itself.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64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MANOLO D5.1 · section 7.2.5 · Table 7 · pages 47 to 49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26280" y="1417320"/>
            <a:ext cx="711403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  <a:effectLst>
            <a:outerShdw sx="100000" sy="100000" kx="0" ky="0" algn="bl" rotWithShape="0" blurRad="76200" dist="25400" dir="5400000">
              <a:srgbClr val="2A244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754880" y="15636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CLAIM-4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maintains sub-100 ms real-time latency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829800" y="178308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5EB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direct evidence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26280" y="2651760"/>
            <a:ext cx="711403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  <a:effectLst>
            <a:outerShdw sx="100000" sy="100000" kx="0" ky="0" algn="bl" rotWithShape="0" blurRad="76200" dist="25400" dir="5400000">
              <a:srgbClr val="2A244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754880" y="27980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CLAIM-7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3154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compression maintains accuracy while cutting compute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9829800" y="301752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5EB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direct evidence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26280" y="3886200"/>
            <a:ext cx="711403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  <a:effectLst>
            <a:outerShdw sx="100000" sy="100000" kx="0" ky="0" algn="bl" rotWithShape="0" blurRad="76200" dist="25400" dir="5400000">
              <a:srgbClr val="2A244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0" y="403250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CLAIM-2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4389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87.08% PSG and 86.64% wearable match, BOAS dataset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9829800" y="425196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DFF0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7F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published evidence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 documented this gap itself. We built the instrument that pays the debt down.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origin decides before arithmetic does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246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  <a:effectLst>
            <a:outerShdw sx="100000" sy="100000" kx="0" ky="0" algn="bl" rotWithShape="0" blurRad="76200" dist="25400" dir="5400000">
              <a:srgbClr val="2A2440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4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measures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seeded, replayable, one command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858768" y="1847088"/>
            <a:ext cx="640080" cy="0"/>
          </a:xfrm>
          <a:prstGeom prst="line">
            <a:avLst/>
          </a:prstGeom>
          <a:noFill/>
          <a:ln w="25400">
            <a:solidFill>
              <a:srgbClr val="5B4BC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572000" y="1325880"/>
            <a:ext cx="3246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  <a:effectLst>
            <a:outerShdw sx="100000" sy="100000" kx="0" ky="0" algn="bl" rotWithShape="0" blurRad="76200" dist="25400" dir="5400000">
              <a:srgbClr val="2A244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800600" y="1463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4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judges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828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 check first, then threshold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882128" y="1847088"/>
            <a:ext cx="640080" cy="0"/>
          </a:xfrm>
          <a:prstGeom prst="line">
            <a:avLst/>
          </a:prstGeom>
          <a:noFill/>
          <a:ln w="25400">
            <a:solidFill>
              <a:srgbClr val="5B4BC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595360" y="1325880"/>
            <a:ext cx="3246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  <a:effectLst>
            <a:outerShdw sx="100000" sy="100000" kx="0" ky="0" algn="bl" rotWithShape="0" blurRad="76200" dist="25400" dir="5400000">
              <a:srgbClr val="2A244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823960" y="1463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4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Receipts remember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823960" y="1828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Ed25519, digest-bound, chained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743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origins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276148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DFF0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7F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276148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4DF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4B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published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760720" y="276148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5EB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upstream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269480" y="276148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5EB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assumed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246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threshold match from an unaccepted origin is REVIEW, never PASS. A quote is not a measurement.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88620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DFF0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7F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920240" y="39044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880360" y="388620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DFF0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7F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309360" y="388620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5EB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680960" y="39044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388620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5EB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PAUSE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48056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6E2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3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920240" y="44988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48056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5EB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PAUSE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309360" y="448056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6E2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3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680960" y="44988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641080" y="448056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6E2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3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REVIEW is overridable: named actor, reason, scope. The override is itself a signed receipt. Integrity failures are never overridable.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3.94x smaller, 3.4x faster, every number replays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58521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0" y="1371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5B4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3.94x</a:t>
            </a:r>
            <a:endParaRPr lang="en-US" sz="5200" dirty="0"/>
          </a:p>
        </p:txBody>
      </p:sp>
      <p:sp>
        <p:nvSpPr>
          <p:cNvPr id="5" name="Text 2"/>
          <p:cNvSpPr txBox="1"/>
          <p:nvPr/>
        </p:nvSpPr>
        <p:spPr>
          <a:xfrm>
            <a:off x="685800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reduction: 1024 to 260 bytes per vector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7889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0.988 / 0.944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6858000" y="3429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recall@10, int8 and HNSW, against exact ground truth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39776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HNSW latency crosses runtimes (native SIMD Rust vs a JS loop): read it as packaged-system latency for a deployment decision.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4B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tested: 6/6 verdicts · 3/3 tamper caught · 3/3 canonicalization · verify p95 0.246 ms · 0 network calls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baseline fail open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08176"/>
            <a:ext cx="475488" cy="475488"/>
          </a:xfrm>
          <a:prstGeom prst="ellipse">
            <a:avLst/>
          </a:prstGeom>
          <a:solidFill>
            <a:srgbClr val="5B4BC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081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298448"/>
            <a:ext cx="8732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naive checker passes an upstream 82 ms quote against the CLAIM-4 pattern. The gate answers REVIEW and PAUSE, naming the origin.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0195560" y="1499616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F5EB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340864"/>
            <a:ext cx="475488" cy="475488"/>
          </a:xfrm>
          <a:prstGeom prst="ellipse">
            <a:avLst/>
          </a:prstGeom>
          <a:solidFill>
            <a:srgbClr val="5B4B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408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231136"/>
            <a:ext cx="8732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pair: identical claims, two zones. Sweden CONTINUE, Greece STOP under the workload-declared 100 g budget (Ember 2024, Eurostat 2025-S2).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2432304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F6E2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3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273552"/>
            <a:ext cx="475488" cy="475488"/>
          </a:xfrm>
          <a:prstGeom prst="ellipse">
            <a:avLst/>
          </a:prstGeom>
          <a:solidFill>
            <a:srgbClr val="5B4B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2735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163824"/>
            <a:ext cx="8732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claim meets its threshold and still pauses: measured CPU time, assumed wattage, upstream price. Arithmetic is not evidence.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0195560" y="3364992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F5EB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PAUSE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475488" cy="475488"/>
          </a:xfrm>
          <a:prstGeom prst="ellipse">
            <a:avLst/>
          </a:prstGeom>
          <a:solidFill>
            <a:srgbClr val="5B4BC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206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096512"/>
            <a:ext cx="8732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one digit of the evidence, verify: INVALID, mismatch named. Undo, green.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195560" y="42976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F6E2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3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5138928"/>
            <a:ext cx="475488" cy="475488"/>
          </a:xfrm>
          <a:prstGeom prst="ellipse">
            <a:avLst/>
          </a:prstGeom>
          <a:solidFill>
            <a:srgbClr val="5B4B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138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5029200"/>
            <a:ext cx="8732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Receipt-0007: the one evidenced claim in their table, CLAIM-2, already carries a receipt.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195560" y="523036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DFF0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7F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joint between D2.1, D4.1, and D6.1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5661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  <a:effectLst>
            <a:outerShdw sx="100000" sy="100000" kx="0" ky="0" algn="bl" rotWithShape="0" blurRad="76200" dist="25400" dir="5400000">
              <a:srgbClr val="2A2440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48132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D2.1 Data Operations Manager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Lineage: where artifacts came from. No verdicts.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370832" y="1325880"/>
            <a:ext cx="35661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  <a:effectLst>
            <a:outerShdw sx="100000" sy="100000" kx="0" ky="0" algn="bl" rotWithShape="0" blurRad="76200" dist="25400" dir="5400000">
              <a:srgbClr val="2A244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99432" y="148132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D4.1 Policy Manager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99432" y="21031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on metric streams. No persisted verdict artifact.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193024" y="1325880"/>
            <a:ext cx="35661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  <a:effectLst>
            <a:outerShdw sx="100000" sy="100000" kx="0" ky="0" algn="bl" rotWithShape="0" blurRad="76200" dist="25400" dir="5400000">
              <a:srgbClr val="2A244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421624" y="148132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D6.1 CAE in Z-Inspection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421624" y="21031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Claims, arguments, evidence: qualitative and socio-technical.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89904" y="3017520"/>
            <a:ext cx="0" cy="502920"/>
          </a:xfrm>
          <a:prstGeom prst="line">
            <a:avLst/>
          </a:prstGeom>
          <a:noFill/>
          <a:ln w="25400">
            <a:solidFill>
              <a:srgbClr val="5B4BC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3657600"/>
            <a:ext cx="11091672" cy="1234440"/>
          </a:xfrm>
          <a:prstGeom prst="roundRect">
            <a:avLst>
              <a:gd name="adj" fmla="val 6667"/>
            </a:avLst>
          </a:prstGeom>
          <a:solidFill>
            <a:srgbClr val="E4DFF6"/>
          </a:solidFill>
          <a:ln w="9525">
            <a:solidFill>
              <a:srgbClr val="E3DEF2"/>
            </a:solidFill>
            <a:prstDash val="solid"/>
          </a:ln>
          <a:effectLst>
            <a:outerShdw sx="100000" sy="100000" kx="0" ky="0" algn="bl" rotWithShape="0" blurRad="76200" dist="25400" dir="5400000">
              <a:srgbClr val="2A244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68680" y="388620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TRACE receipt binds claim + threshold + measured value + evidence digest, signed, chained, replayable by anyone from the repo.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2578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MANOLO-shaped and adapter-ready, never claimed compatible · speaks IDP YAML and AIWorkloadID · no receipts, attestation, or signing anywhere in the five public deliverables (checked)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score ourselves REVIEW where we are REVIEW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5EB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37160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is not metered in joules. Our own claim MB-ENE-01 fails on us, on purpose.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428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5EB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2212848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local keypair, no PKI. Tamper-evident, not tamper-proof: the head hash goes public at session start.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45536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5EB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3054096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 labels are declared, not proven. The gate enforces the declared policy, it cannot detect a mislabeled origin.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8678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5EB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011680" y="3895344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seeded corpus. Recall on real embedding distributions will differ.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82803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5EB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4736592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here are about our own system, until the use-case owners declare theirs.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64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Apache-2.0 · zero-dependency core · the adversarial suite ships in the repo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4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the contract before Trust in the Loop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743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DC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minutes with WP5: point the contract at the Table 7 claims, the use-case owners declare the thresholds, the receipts recompute.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Hand-over ready. Dublin, October 20.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343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C5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github.com/adambkovacs · Apache-2.0 · every verdict replays from the repo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166360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DFF0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7F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516636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DFF0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7F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5166360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E4DF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4B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SIGNED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2026-08-27T12:11:32Z</dcterms:created>
  <dcterms:modified xsi:type="dcterms:W3CDTF">2026-08-27T12:11:32Z</dcterms:modified>
</cp:coreProperties>
</file>